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0a326b0ec4ddf" /><Relationship Type="http://schemas.openxmlformats.org/officeDocument/2006/relationships/extended-properties" Target="/docProps/app.xml" Id="R15aaf397d25d4a00" /><Relationship Type="http://schemas.openxmlformats.org/officeDocument/2006/relationships/officeDocument" Target="/ppt/presentation.xml" Id="R1b273909eaef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70df0e2d54762"/>
  </p:sldMasterIdLst>
  <p:notesMasterIdLst>
    <p:notesMasterId xmlns:r="http://schemas.openxmlformats.org/officeDocument/2006/relationships" r:id="Rf0a7e0e791d8490d"/>
  </p:notesMasterIdLst>
  <p:sldIdLst>
    <p:sldId xmlns:r="http://schemas.openxmlformats.org/officeDocument/2006/relationships" id="256" r:id="Rf76019837a4e4622"/>
    <p:sldId xmlns:r="http://schemas.openxmlformats.org/officeDocument/2006/relationships" id="257" r:id="R9270a61b1f524817"/>
    <p:sldId xmlns:r="http://schemas.openxmlformats.org/officeDocument/2006/relationships" id="258" r:id="R472fdbc4836b47cf"/>
    <p:sldId xmlns:r="http://schemas.openxmlformats.org/officeDocument/2006/relationships" id="259" r:id="Rbf72ad6aa62c4551"/>
    <p:sldId xmlns:r="http://schemas.openxmlformats.org/officeDocument/2006/relationships" id="260" r:id="Rd380839063354d77"/>
    <p:sldId xmlns:r="http://schemas.openxmlformats.org/officeDocument/2006/relationships" id="261" r:id="Redd1f91479064a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70df0e2d54762" /><Relationship Type="http://schemas.openxmlformats.org/officeDocument/2006/relationships/theme" Target="/ppt/theme/theme1.xml" Id="R7014fcefc67a42c2" /><Relationship Type="http://schemas.openxmlformats.org/officeDocument/2006/relationships/notesMaster" Target="/ppt/notesMasters/notesMaster1.xml" Id="Rf0a7e0e791d8490d" /><Relationship Type="http://schemas.openxmlformats.org/officeDocument/2006/relationships/presProps" Target="/ppt/presProps.xml" Id="R9edf934d4885486e" /><Relationship Type="http://schemas.openxmlformats.org/officeDocument/2006/relationships/viewProps" Target="/ppt/viewProps.xml" Id="R25736ed391494e13" /><Relationship Type="http://schemas.openxmlformats.org/officeDocument/2006/relationships/tableStyles" Target="/ppt/tableStyles.xml" Id="R8607316cbb984078" /><Relationship Type="http://schemas.openxmlformats.org/officeDocument/2006/relationships/slide" Target="/ppt/slides/slide1.xml" Id="Rf76019837a4e4622" /><Relationship Type="http://schemas.openxmlformats.org/officeDocument/2006/relationships/slide" Target="/ppt/slides/slide2.xml" Id="R9270a61b1f524817" /><Relationship Type="http://schemas.openxmlformats.org/officeDocument/2006/relationships/slide" Target="/ppt/slides/slide3.xml" Id="R472fdbc4836b47cf" /><Relationship Type="http://schemas.openxmlformats.org/officeDocument/2006/relationships/slide" Target="/ppt/slides/slide4.xml" Id="Rbf72ad6aa62c4551" /><Relationship Type="http://schemas.openxmlformats.org/officeDocument/2006/relationships/slide" Target="/ppt/slides/slide5.xml" Id="Rd380839063354d77" /><Relationship Type="http://schemas.openxmlformats.org/officeDocument/2006/relationships/slide" Target="/ppt/slides/slide6.xml" Id="Redd1f91479064a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78946de0674e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126fcadcf47b4" /><Relationship Type="http://schemas.openxmlformats.org/officeDocument/2006/relationships/notesMaster" Target="/ppt/notesMasters/notesMaster1.xml" Id="R493d96c19cba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f0d1060bf4bdf" /><Relationship Type="http://schemas.openxmlformats.org/officeDocument/2006/relationships/notesMaster" Target="/ppt/notesMasters/notesMaster1.xml" Id="R30d8ccbea3604c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a6d585e9774ab5" /><Relationship Type="http://schemas.openxmlformats.org/officeDocument/2006/relationships/notesMaster" Target="/ppt/notesMasters/notesMaster1.xml" Id="R0131d2ca2b8745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8f1bb59bd4cca" /><Relationship Type="http://schemas.openxmlformats.org/officeDocument/2006/relationships/notesMaster" Target="/ppt/notesMasters/notesMaster1.xml" Id="R9e0b166191f0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db4099d03249f7" /><Relationship Type="http://schemas.openxmlformats.org/officeDocument/2006/relationships/notesMaster" Target="/ppt/notesMasters/notesMaster1.xml" Id="Rc2cdd6a249e446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aa5b8bd98473c" /><Relationship Type="http://schemas.openxmlformats.org/officeDocument/2006/relationships/notesMaster" Target="/ppt/notesMasters/notesMaster1.xml" Id="R0b3213cab0cb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356106a0b4cf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ad0880f6744b81" /><Relationship Type="http://schemas.openxmlformats.org/officeDocument/2006/relationships/slideLayout" Target="/ppt/slideLayouts/slideLayout2.xml" Id="R8877c2073013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7c2073013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e9a6581e6d419c" /><Relationship Type="http://schemas.openxmlformats.org/officeDocument/2006/relationships/notesSlide" Target="/ppt/notesSlides/notesSlide1.xml" Id="Rdc6d6ac46562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c70db53234600" /><Relationship Type="http://schemas.openxmlformats.org/officeDocument/2006/relationships/notesSlide" Target="/ppt/notesSlides/notesSlide2.xml" Id="R066624d7aa9840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3971449074a26" /><Relationship Type="http://schemas.openxmlformats.org/officeDocument/2006/relationships/notesSlide" Target="/ppt/notesSlides/notesSlide3.xml" Id="R589b6339004645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0d8b5ec69c4e5d" /><Relationship Type="http://schemas.openxmlformats.org/officeDocument/2006/relationships/notesSlide" Target="/ppt/notesSlides/notesSlide4.xml" Id="Rf8e006e5e3de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0a55f580944fa" /><Relationship Type="http://schemas.openxmlformats.org/officeDocument/2006/relationships/notesSlide" Target="/ppt/notesSlides/notesSlide5.xml" Id="R1d22f877012f43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7c271581545d9" /><Relationship Type="http://schemas.openxmlformats.org/officeDocument/2006/relationships/notesSlide" Target="/ppt/notesSlides/notesSlide6.xml" Id="Rcd6368b7a0ca46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07228-CA14-4504-A88C-0CBB345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7D94-84B4-47A9-AC49-A846E03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B3474-2F91-45F2-8EFB-425190B5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59C83-874C-4D9E-885B-F3A3E5B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Series A narrative refresh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464E3-3969-43ED-991A-5AF8E40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agent operations plane for regulated production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9E318-3C78-4198-AFE1-F534852C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66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Open-source runtime, studio, evals, replay, channel adapters, and portable self-host in one operating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4F6EE-2F81-4B3E-BCFF-A2678842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285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F28E1-50A7-4156-953E-5E495A9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$18M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15C49-472F-4ED7-99E2-E69D02C7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primary raise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33960-7E7F-4FB8-B045-2C445D5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$22M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3D6E7-3704-463D-8E97-8562573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+24mo ARR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EBDEC-4D95-4108-A207-CD2DB1D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24+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41BC7-677D-4DC8-938E-2DAB10E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months runway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0B271-00A5-4737-BF8D-0DDA318C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1/6</a:t>
            </a:r>
          </a:p>
        </p:txBody>
      </p:sp>
    </p:spTree>
    <p:extLst>
      <p:ext uri="{BB962C8B-B14F-4D97-AF65-F5344CB8AC3E}">
        <p14:creationId xmlns:p14="http://schemas.microsoft.com/office/powerpoint/2010/main" val="1701290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FDFB5-34F4-4C63-A970-230FF8AB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CEBA6-5938-4764-BC17-F69F8F79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E2BFB-D223-4D35-9B4E-8E430D4A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571E5-D13F-48F7-A60E-212D8B7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Authoring won the demo era. Operations decides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FC2E2-915D-422D-9951-443403A1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7C05A-F467-4C6F-B8BC-F83BFC4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Enterprises moved from prototype agents to governed workflows that need replay, audit, evals, and cost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29E99-2C44-4069-BF02-6954ACC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071FD-8584-4395-B4D0-054A25AB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2024 platform wave solved developer ergonomics; it left day-2 operating controls fragmented across vendors.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BCA5C-67CF-434D-8F13-5FC044D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F0300-71E7-45EF-BF2D-910CC92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Regulated buyers are asking for one runtime that can run hosted, in-region, or fully self-hosted without a rewrite.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FFA8F-E3DE-4103-B9A3-BD70BEB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17D12-2C7C-4F6D-A9B6-A322E82E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33875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Loop's wedge is production confidence: the same conversation can be replayed, scored, governed, and shipped across channels.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2519E-F3C5-41D5-9CF2-F4029E0A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2/6</a:t>
            </a:r>
          </a:p>
        </p:txBody>
      </p:sp>
    </p:spTree>
    <p:extLst>
      <p:ext uri="{BB962C8B-B14F-4D97-AF65-F5344CB8AC3E}">
        <p14:creationId xmlns:p14="http://schemas.microsoft.com/office/powerpoint/2010/main" val="12779194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59EDE-3055-4C67-AEFB-8AC72D0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A109D-5CB9-4A5B-9A92-84D95F81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84C75-05ED-4D84-AEF1-E93ABBD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007A6-14F9-4C8E-BF3C-25FECD5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One operating model spans build, run, observe, and prove.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96089-5823-4AFA-A0CC-CEFE0EC6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A2C9E-1B1D-41A6-9DA1-478A048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266CC-0778-4D30-B50E-119912A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SDK, Studio, tool ABI, multi-agent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349EE-873F-444C-82F9-5984A34D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492F4-E5AC-4343-BA02-083A3A7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98C05-7AFB-4843-A69F-1455A8F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Runtime, gateway, memory, channel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89B3-5840-4BC5-805D-F5BE7731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E98C1-8857-4451-9CC2-60C5328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6C60F-8834-4016-BC67-333C72C7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Replay, evals, traces, cost accounting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529DA-3718-4153-B555-019AE5F0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D511F-1E3A-44DF-9AD6-91A4A80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536FE-5E68-4298-B9F1-4F2B51D9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1762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Audit, KMS, data residency, self-host parity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ACB6C-E568-4032-9C94-C4F1E9B4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same primitives power the OSS core and paid governance plane, so adoption can start with engineers and expand into enterprise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3A624-83D4-4F91-AA6A-9A92D40A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3/6</a:t>
            </a:r>
          </a:p>
        </p:txBody>
      </p:sp>
    </p:spTree>
    <p:extLst>
      <p:ext uri="{BB962C8B-B14F-4D97-AF65-F5344CB8AC3E}">
        <p14:creationId xmlns:p14="http://schemas.microsoft.com/office/powerpoint/2010/main" val="20605512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BC883F-65BA-4707-BA17-669A108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36690-EC1F-481E-8D0E-0F253140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E9556-0FFB-428D-B710-EB67671C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KPI COMMITMENTS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354BA-2A24-493C-91DD-7EE6286F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model turns product proof into enterprise-scale targets.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28CE5-6C7B-4FA7-9486-4EBB1DE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9 -&gt;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427B8-26CC-4B4F-B77F-646F7A2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paid logos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206AE-CAD4-477B-8EAE-A4B716D1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$1.6M -&gt; $22M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91CAE-ED6F-4773-BCE4-C5F01B3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ARR run-rate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CD8EB-74D8-4A33-82B9-9B9EDC5F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28% -&gt; 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3F65B-508F-4736-8F1C-23DBD88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self-host conversion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1B823-325D-4DB3-A4F0-5D89C102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6B87"/>
                </a:solidFill>
                <a:latin typeface="Aptos Display"/>
                <a:ea typeface="Aptos Display"/>
                <a:cs typeface="Aptos Display"/>
              </a:rPr>
              <a:t>8k -&gt; 250k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F9348-B2C0-4730-856A-79A7C3AA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weekly eval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59E1A-4B21-4AAC-9430-C7217655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F3C01-731F-4814-95A4-5B7779E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Investor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8F9AF-BB08-45E8-9895-C774A512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By month 24, Loop should look like the default open agent ops layer: enough logos to prove demand, enough ARR to prove willingness to pay, and enough self-host pull to differentiate from cloud-only platforms.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AECFF-F44A-4F36-B6A6-6521F0A5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4/6</a:t>
            </a:r>
          </a:p>
        </p:txBody>
      </p:sp>
    </p:spTree>
    <p:extLst>
      <p:ext uri="{BB962C8B-B14F-4D97-AF65-F5344CB8AC3E}">
        <p14:creationId xmlns:p14="http://schemas.microsoft.com/office/powerpoint/2010/main" val="20492414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4249C-0426-4FC3-9381-361C2A21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51CA3-C9A1-461F-96BD-5D0823E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AC6E9-D4B3-42D6-B292-C233A1C6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96F1-87C7-4104-8648-CA7F5B86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$18M buys 24 months of category-building focus.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5EDAE-EA05-4A04-8731-8F9D4429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D4AFC-389C-4B74-96C3-CD69313B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CB8E2-FC03-4636-B02C-370F86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1A2A7-25F9-4695-8541-B2AE3666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Runtime, evals, marketplace, self-host, and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ACFD1-107B-47A2-BCB1-1A04576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4ECD9-F924-4F5E-9136-CF95E371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A8A68-8F29-40D7-8393-B5261131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95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04BBB-C29F-4341-AF50-47F8FB6D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146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Design partners into repeatable enterprise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2E8DC-8C8B-41CC-A587-FB83C82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B831F-9A13-4B68-AD2D-7F88850E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71DF8-85DB-470F-979A-21E577BC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19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5E814-BCE4-4195-A9B6-EFF1440A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SOC2 Type II, HIPAA-adjacent readiness, KMS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24429-2AE8-42B6-93BB-4C0A3648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85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D14C5-0232-49DB-9FDC-239BBF5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DA6FA-D364-4FFA-B139-DF82196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43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23ED6-74DD-4A8B-9723-11BF9B66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Finance, legal, support, and launch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6EF54-59C6-4405-92F5-576F208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5/6</a:t>
            </a:r>
          </a:p>
        </p:txBody>
      </p:sp>
    </p:spTree>
    <p:extLst>
      <p:ext uri="{BB962C8B-B14F-4D97-AF65-F5344CB8AC3E}">
        <p14:creationId xmlns:p14="http://schemas.microsoft.com/office/powerpoint/2010/main" val="20021877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4D6EC-F39B-4A88-875C-FE4BA53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1F1F9-B4E4-4B8A-9B64-7E2B027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BD9CB-479F-485D-B7B6-84F3A4E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DATA ROOM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F0F7-FA00-4085-9060-20348307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diligence path is packaged for fast sharing.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2611A-8FE9-43C0-AEC6-151C694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21C17-915A-45B0-AAFA-E076357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Narrative source of truth: loop_implementation/operations/SERIES_A.md.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FAB56-D5D5-4566-9302-A4521711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5EDDD-E5FB-4FD8-911C-36A7307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Narrative deck: data-room/01_narrative_deck_v2.pptx.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8A579-300F-4A9B-A999-D410B00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637D2-8CA2-4D81-A832-446A9E29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Financial model: data-room/40_financials_model_v3.xlsx.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41338-4BDC-4CE0-9FBA-C1DD9C61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C2E4D-678B-4000-8D58-CC548AD6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Sharable link: GitHub data-room folder after merge to main.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87FDA-9841-46D3-ABB6-B504B268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10125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C4E0D-6F13-428E-927A-BA5C5FC1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diligence owner: CEO ops keeps the folder current; CFO owns the model assumptions.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70DCB-B5C8-4BC3-BDC2-2684D285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Loop Series A data room refresh | S674 | 6/6</a:t>
            </a:r>
          </a:p>
        </p:txBody>
      </p:sp>
    </p:spTree>
    <p:extLst>
      <p:ext uri="{BB962C8B-B14F-4D97-AF65-F5344CB8AC3E}">
        <p14:creationId xmlns:p14="http://schemas.microsoft.com/office/powerpoint/2010/main" val="2059675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2026-05-01T23:48:08.3180000Z</dcterms:created>
  <dcterms:modified xsi:type="dcterms:W3CDTF">2026-05-01T23:48:08.3180000Z</dcterms:modified>
</coreProperties>
</file>